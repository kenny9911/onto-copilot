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Second"/>
    <p:sldId id="257" r:id="rFirst"/>
  </p:sldIdLst>
</p:presentation>
</file>

<file path=ppt/_rels/presentation.xml.rels><Relationships
 xmlns="http://schemas.openxmlformats.org/package/2006/relationships">
 <Relationship Id="rFirst"
  Type="http://schemas.openxmlformats.org/officeDocument/2006/relationships/slide"
  Target="slides/slide1.xml"/>
 <Relationship Id="rSecond"
  Type="http://schemas.openxmlformats.org/officeDocument/2006/relationships/slide"
 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/>
        </p:nvSpPr>
        <p:spPr/>
        <p:txBody>
          <a:p>
            <a:r>
              <a:t>物理 part 一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/>
        </p:nvSpPr>
        <p:spPr/>
        <p:txBody>
          <a:p>
            <a:r>
              <a:t>业务第一页</a:t>
            </a:r>
          </a:p>
        </p:txBody>
      </p:sp>
    </p:spTree>
  </p:cSld>
</p:sld>
</file>